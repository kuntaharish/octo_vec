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VEC Security Guidelines v1.0 prepared by Vikram Singh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86325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36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 — Virtual Employed Company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36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Core Policies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36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Core Policies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36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VEC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 (Virtual Employed Company) is an AI-powered development organization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in delivering enterprise-grade software solutions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team structure combining AI intelligence with proven software engineering practices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Akhil, CEO &amp; Founder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Mission: Transform software delivery through intelligent automation and architectural excellence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Structure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Management: Arjun (PM) — strategic planning, task coordination, delivery oversight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Priya Nair (Solutions Architect) — system design, technical leadership, architectural decisions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Analysis: Kavya (BA) — requirements gathering, stakeholder alignment, documentation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Development: Rohan (Developer) — implementation, code quality, feature delivery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Assurance: Preethi (QA) — testing, validation, quality standards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Vikram Singh (Security Engineer) — security standards, vulnerability management, compliance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Aditya (DevOps Engineer) — infrastructure, CI/CD, deployment automation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Expertise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software development (web, mobile, enterprise)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technology stack evaluation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and DevOps automation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development and compliance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and automated testing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and requirements engineering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36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Policies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 — Overview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non-negotiable and embedded in every phase of development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multiple layers of protection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minimum necessary permissions always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securely: deny by default when errors occur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design: built in from the start, not bolted on later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Development Standards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security review for all code changes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user-provided data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authorization required for protected resources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prevention: parameterized queries, sanitized inputs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and CSRF protection enforced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data: encrypted at rest and in transit, never logged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 and vulnerability management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Standards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must pass automated security scans (SAST, SCA, secret detection)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required before merge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credentials or secrets in codebase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error handling without information leakage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practices: audit trails yes, sensitive data no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Access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policies for all cloud resources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 required for production access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management: vault-based, never in environment variables or config files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 and firewall rules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access reviews and credential rotation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Compliance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 escalated immediately to Vikram (Security Engineer)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plan: contain, investigate, remediate, document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disclosure: responsible handling, patching timelines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breach protocol: assess scope, notify stakeholders, regulatory compliance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reviews to prevent recurrence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Awareness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 acknowledge security guidelines before access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security training on emerging threats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workshops and knowledge sharing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and social engineering defense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security refresher training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36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defined by Kavya (BA) in collaboration with stakeholders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designed by Priya (Architect) with ADRs and system diagrams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by Rohan (Developer) following secure coding standards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by Vikram before deployment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 by Preethi (QA)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automation by Aditya (DevOps)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oversight and delivery coordination by Arjun (PM)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testing: validation against requirements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testing: vulnerability scanning, penetration testing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testing: load, stress, scalability verification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testing: automated test suites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metrics: maintainability, complexity, coverage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Operations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with automated security gates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(IaC) for consistency and auditability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or canary deployments for zero-downtime releases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alerting for production systems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disaster recovery procedures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runbooks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36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Values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Excellence: We deliver production-ready, enterprise-grade solutions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Non-negotiable protection for our clients and their data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Clear communication, documented decisions, explicit trade-offs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Accountability: Every team member owns their deliverables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 We learn, adapt, and evolve with every project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to Quality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ship incomplete work or placeholder content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are explicit, justified, and documented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reviewed, tested, and scanned before deployment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embedded, not an afterthought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systems that scale, maintain, and evolve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Leadership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CEO: Akhil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Management: Arjun (PM)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Leadership: Priya Nair (Solutions Architect)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Governance: Vikram Singh (Security Engineer)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 — Building the future of intelligent software delivery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82400" y="65151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 — Virtual Employed Company</dc:title>
  <dc:subject>PptxGenJS Presentation</dc:subject>
  <dc:creator>Priya Nair, Solutions Architect</dc:creator>
  <cp:lastModifiedBy>Priya Nair, Solutions Architect</cp:lastModifiedBy>
  <cp:revision>1</cp:revision>
  <dcterms:created xsi:type="dcterms:W3CDTF">2026-03-17T14:04:33Z</dcterms:created>
  <dcterms:modified xsi:type="dcterms:W3CDTF">2026-03-17T14:04:33Z</dcterms:modified>
</cp:coreProperties>
</file>